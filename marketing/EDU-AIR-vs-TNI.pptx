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TNI a résolu un problème des années 2010. Aujourd'hui il impose un matériel coûteux et un contact permanent.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mêmes gestes que sur un TNI, mais le contrôle se fait dans l'air : main, doigt, voix.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Comparatif franc : chaque ligne = un critère d'achat : interaction, surface, matériel, hygiène, déploiement, coût, mobilité.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à vérifier selon le budget de l'établissement : pas d'écran à acheter, pas de travaux, un jour d'installation zéro.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Scénario réel : même séance, sans file d'attente ni désinfection, sur le projecteur existant.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final : le TNI touchait l'écran ; EDU-AIR cherche l'air. Invitation à la démo PWA immédiate.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463040"/>
            <a:ext cx="4206240" cy="4206240"/>
          </a:xfrm>
          <a:prstGeom prst="Oval">
            <a:avLst/>
          </a:prstGeom>
          <a:solidFill>
            <a:srgbClr val="0E1D31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-1188720"/>
            <a:ext cx="3657600" cy="3657600"/>
          </a:xfrm>
          <a:prstGeom prst="Oval">
            <a:avLst/>
          </a:prstGeom>
          <a:solidFill>
            <a:srgbClr val="0E1D31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EDU-AIR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630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L'application qui remplace le TNI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 l'écran tactile obligatoire. Pointez, dessinez, lancez un quiz : le geste se fait dans l'air, sur le projecteur ou l'écran déjà présents.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POUR ÉQUIPES &amp; DÉCIDEURS · FR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 rot="2220000">
            <a:off x="5212080" y="265176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contact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TNI impose l'écran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blanc interactif fonctionne, mais à quel prix 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965960"/>
            <a:ext cx="566928" cy="566928"/>
          </a:xfrm>
          <a:prstGeom prst="Oval">
            <a:avLst/>
          </a:prstGeom>
          <a:solidFill>
            <a:srgbClr val="0E1D3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99339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74320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écran à acheter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154680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tactile dédiée, câblée, installée par un professionnel. Budget écran : plusieurs milliers d'euros.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08" y="1965960"/>
            <a:ext cx="566928" cy="566928"/>
          </a:xfrm>
          <a:prstGeom prst="Oval">
            <a:avLst/>
          </a:prstGeom>
          <a:solidFill>
            <a:srgbClr val="0E1D3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93008" y="199339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274320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installation lourde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3154680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Travaux, bornes, licences propriétaires. La classe dépend d'un technicien pour chaque panne.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7648" y="1965960"/>
            <a:ext cx="566928" cy="566928"/>
          </a:xfrm>
          <a:prstGeom prst="Oval">
            <a:avLst/>
          </a:prstGeom>
          <a:solidFill>
            <a:srgbClr val="0E1D3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27648" y="199339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274320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contact permanent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27648" y="3154680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dizaines de mains par jour sur une même surface. Désinfection quotidienne obligatoire.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EDU-AIR répond : l'air devient interactif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577840" y="1371600"/>
            <a:ext cx="3108960" cy="3291840"/>
          </a:xfrm>
          <a:prstGeom prst="RoundRect">
            <a:avLst>
              <a:gd name="adj" fmla="val 3529"/>
            </a:avLst>
          </a:prstGeom>
          <a:solidFill>
            <a:srgbClr val="07122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806440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80644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56832" y="2286000"/>
            <a:ext cx="914400" cy="914400"/>
          </a:xfrm>
          <a:prstGeom prst="Oval">
            <a:avLst/>
          </a:prstGeom>
          <a:solidFill>
            <a:srgbClr val="0E8FB8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85432" y="2514600"/>
            <a:ext cx="457200" cy="45720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806440" y="3383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l'écran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3703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point, dessine, clique, lance le 3D et le quiz — sans rien toucher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512064" cy="512064"/>
          </a:xfrm>
          <a:prstGeom prst="Oval">
            <a:avLst/>
          </a:prstGeom>
          <a:solidFill>
            <a:srgbClr val="0E8FB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399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36245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&amp; dessiner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16733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Crayon, pointeur, lecture : les gestes du professeur deviennent le contrôle.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258568"/>
            <a:ext cx="512064" cy="512064"/>
          </a:xfrm>
          <a:prstGeom prst="Oval">
            <a:avLst/>
          </a:prstGeom>
          <a:solidFill>
            <a:srgbClr val="0E8FB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2037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en direct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5146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L'élève répond depuis son bureau. Zéro file d'attente devant la surface.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099816"/>
            <a:ext cx="512064" cy="512064"/>
          </a:xfrm>
          <a:prstGeom prst="Oval">
            <a:avLst/>
          </a:prstGeom>
          <a:solidFill>
            <a:srgbClr val="0E8FB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081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0449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3D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35584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Rotation, zoom, lancement : manipulez les objets dans l'air.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941064"/>
            <a:ext cx="512064" cy="512064"/>
          </a:xfrm>
          <a:prstGeom prst="Oval">
            <a:avLst/>
          </a:prstGeom>
          <a:solidFill>
            <a:srgbClr val="0E8FB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3922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8862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Voix &amp; commandes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419709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d'accessibilité : grands gestes et commandes vocales.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EDU-AIR vs TNI : le tableau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29000"/>
                <a:gridCol w="3429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TNI classique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7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EDU-AIR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2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Stylet / doigt sur surface tactile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Gestes dans l'air, voix, regard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requise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2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Écran / tableau tactile dédié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N'importe quelle surface (mur, projecteur)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Matériel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2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+ logiciel propriétaire + câblage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Ordinateur + webcam déjà présents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Hygiène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2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permanent, surface partagée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Zéro contact, distanciation naturelle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Déploiement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2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 lourde, parfois travaux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Logiciel ou PWA : déploiement immédiat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2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Écran coûteux + maintenance + licences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logiciel, amorti sur l'existant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2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classe vient au tableau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8F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classe suit l'enseignant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B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vous gagnez concrètement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8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avec la surface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Hygiène et distanciation résolues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164592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8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d'écran à acheter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projecteur en place suffit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64592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8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suffit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PC de classe existant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66560" y="164592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8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d'installation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 comme un logiciel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498848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07122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4988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: EDU-AIR remplace le TNI par de l'interaction aérienne sur l'équipement déjà présent, sans écran tactile.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7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classe, avant / après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9776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· TNI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2240280"/>
            <a:ext cx="256032" cy="256032"/>
          </a:xfrm>
          <a:prstGeom prst="Oval">
            <a:avLst/>
          </a:prstGeom>
          <a:solidFill>
            <a:srgbClr val="0E8FB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176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L'élève quitte sa place pour toucher l'écran.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13232" y="2807208"/>
            <a:ext cx="256032" cy="256032"/>
          </a:xfrm>
          <a:prstGeom prst="Oval">
            <a:avLst/>
          </a:prstGeom>
          <a:solidFill>
            <a:srgbClr val="0E8FB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tactile monopolise la séance.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13232" y="3374136"/>
            <a:ext cx="256032" cy="256032"/>
          </a:xfrm>
          <a:prstGeom prst="Oval">
            <a:avLst/>
          </a:prstGeom>
          <a:solidFill>
            <a:srgbClr val="0E8FB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310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technicien intervenait à chaque panne.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3232" y="3941064"/>
            <a:ext cx="256032" cy="256032"/>
          </a:xfrm>
          <a:prstGeom prst="Oval">
            <a:avLst/>
          </a:prstGeom>
          <a:solidFill>
            <a:srgbClr val="0E8FB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38770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surface entière se désinfecte.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1417320"/>
            <a:ext cx="39776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E1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EDU-AIR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65192" y="2240280"/>
            <a:ext cx="256032" cy="256032"/>
          </a:xfrm>
          <a:prstGeom prst="Oval">
            <a:avLst/>
          </a:prstGeom>
          <a:solidFill>
            <a:srgbClr val="0896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49240" y="2176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L'élève participe depuis son bureau.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65192" y="2807208"/>
            <a:ext cx="256032" cy="256032"/>
          </a:xfrm>
          <a:prstGeom prst="Oval">
            <a:avLst/>
          </a:prstGeom>
          <a:solidFill>
            <a:srgbClr val="0896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4924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professeur contrôle l'écran en marchant dans la classe.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65192" y="3374136"/>
            <a:ext cx="256032" cy="256032"/>
          </a:xfrm>
          <a:prstGeom prst="Oval">
            <a:avLst/>
          </a:prstGeom>
          <a:solidFill>
            <a:srgbClr val="0896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49240" y="3310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simple PC portable suffit, en salle ou ailleurs.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65192" y="3941064"/>
            <a:ext cx="256032" cy="256032"/>
          </a:xfrm>
          <a:prstGeom prst="Oval">
            <a:avLst/>
          </a:prstGeom>
          <a:solidFill>
            <a:srgbClr val="0896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49240" y="38770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surface tactile partagée à entretenir.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108960"/>
            <a:ext cx="4023360" cy="4023360"/>
          </a:xfrm>
          <a:prstGeom prst="Oval">
            <a:avLst/>
          </a:prstGeom>
          <a:solidFill>
            <a:srgbClr val="0E1D31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3291840" cy="3291840"/>
          </a:xfrm>
          <a:prstGeom prst="Oval">
            <a:avLst/>
          </a:prstGeom>
          <a:solidFill>
            <a:srgbClr val="0E1D31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234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L'air est votre nouveau tableau.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774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9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Essayez la démo : une page web suffit. Vérifiez que les gestes fonctionnent sur votre projecteur, en moins de dix minutes.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38328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40156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PWA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EDU-AIR — application pédagogique de démonstration. L'analyse reste locale sur la machine ; aucune donnée clinique.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EDU-AIR — l'application vs le TNI</dc:title>
  <dc:subject>Comparatif interactivité en classe</dc:subject>
  <dc:creator>EDU-AIR</dc:creator>
  <cp:lastModifiedBy>EDU-AIR</cp:lastModifiedBy>
  <cp:revision>1</cp:revision>
  <dcterms:created xsi:type="dcterms:W3CDTF">2026-09-22T11:20:58Z</dcterms:created>
  <dcterms:modified xsi:type="dcterms:W3CDTF">2026-09-22T11:20:58Z</dcterms:modified>
</cp:coreProperties>
</file>